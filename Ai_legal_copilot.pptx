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45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45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1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2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89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55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5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1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22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63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165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37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42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3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2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0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31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Legal Copilot ⚖️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Legal Assistant</a:t>
            </a:r>
          </a:p>
          <a:p>
            <a:r>
              <a:t>Hackathon Project</a:t>
            </a:r>
          </a:p>
          <a:p>
            <a:endParaRPr/>
          </a:p>
          <a:p>
            <a:r>
              <a:t>Simplifying legal processes using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Legal processes are complex and confusing</a:t>
            </a:r>
          </a:p>
          <a:p>
            <a:r>
              <a:t>• Difficult for common people to understand</a:t>
            </a:r>
          </a:p>
          <a:p>
            <a:r>
              <a:t>• Lack of clear guidance</a:t>
            </a:r>
          </a:p>
          <a:p>
            <a:r>
              <a:t>• Time-consuming procedures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Legal Copilot acts as virtual assistant</a:t>
            </a:r>
          </a:p>
          <a:p>
            <a:r>
              <a:t>• Simplifies legal content</a:t>
            </a:r>
          </a:p>
          <a:p>
            <a:r>
              <a:t>• Generates professional emails</a:t>
            </a:r>
          </a:p>
          <a:p>
            <a:r>
              <a:t>• Provides step-by-step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 Legal Copilot?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Intelligent legal assistant</a:t>
            </a:r>
          </a:p>
          <a:p>
            <a:r>
              <a:t>• Understands user queries</a:t>
            </a:r>
          </a:p>
          <a:p>
            <a:r>
              <a:t>• Classifies tasks</a:t>
            </a:r>
          </a:p>
          <a:p>
            <a:r>
              <a:t>• Generates structured responses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Structured output (Task, Action, Response)</a:t>
            </a:r>
          </a:p>
          <a:p>
            <a:r>
              <a:t>• Simplifies legal language</a:t>
            </a:r>
          </a:p>
          <a:p>
            <a:r>
              <a:t>• Real-world problem solving</a:t>
            </a:r>
          </a:p>
          <a:p>
            <a:r>
              <a:t>• Modular and scalable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Streamlit UI → Logic Layer → Lyzr AI Agent → Response</a:t>
            </a:r>
          </a:p>
          <a:p>
            <a:endParaRPr/>
          </a:p>
          <a:p>
            <a:r>
              <a:t>Ensures scalability and flexibility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Streamlit UI</a:t>
            </a:r>
          </a:p>
          <a:p>
            <a:r>
              <a:t>• Logic: Python-based classification</a:t>
            </a:r>
          </a:p>
          <a:p>
            <a:r>
              <a:t>• AI Agent: Lyzr platform</a:t>
            </a:r>
          </a:p>
          <a:p>
            <a:r>
              <a:t>• Integrated workflow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Streamlit</a:t>
            </a:r>
          </a:p>
          <a:p>
            <a:r>
              <a:t>• Lyzr AI</a:t>
            </a:r>
          </a:p>
          <a:p>
            <a:r>
              <a:t>• GitHub</a:t>
            </a:r>
          </a:p>
          <a:p>
            <a:r>
              <a:t>• Streamlit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query</a:t>
            </a:r>
          </a:p>
          <a:p>
            <a:r>
              <a:t>2. System processes input</a:t>
            </a:r>
          </a:p>
          <a:p>
            <a:r>
              <a:t>3. Task is identified</a:t>
            </a:r>
          </a:p>
          <a:p>
            <a:r>
              <a:t>4. Response generated</a:t>
            </a:r>
          </a:p>
          <a:p>
            <a:r>
              <a:t>5. Output displayed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Integration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Designed for real AI API integration</a:t>
            </a:r>
          </a:p>
          <a:p>
            <a:r>
              <a:t>• Faced billing constraints</a:t>
            </a:r>
          </a:p>
          <a:p>
            <a:r>
              <a:t>• Implemented simulation</a:t>
            </a:r>
          </a:p>
          <a:p>
            <a:r>
              <a:t>• System is API-ready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Source code available</a:t>
            </a:r>
          </a:p>
          <a:p>
            <a:r>
              <a:t>• README with explanation</a:t>
            </a:r>
          </a:p>
          <a:p>
            <a:r>
              <a:t>• Lyzr agent details</a:t>
            </a:r>
          </a:p>
          <a:p>
            <a:r>
              <a:t>• Screenshots included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 API integration</a:t>
            </a:r>
          </a:p>
          <a:p>
            <a:r>
              <a:t>• Voice interaction</a:t>
            </a:r>
          </a:p>
          <a:p>
            <a:r>
              <a:t>• Backend servers (Flask/FastAPI)</a:t>
            </a:r>
          </a:p>
          <a:p>
            <a:r>
              <a:t>• Scalable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Simplifies legal access</a:t>
            </a:r>
          </a:p>
          <a:p>
            <a:r>
              <a:rPr dirty="0"/>
              <a:t>• User-friendly system</a:t>
            </a:r>
          </a:p>
          <a:p>
            <a:r>
              <a:rPr dirty="0"/>
              <a:t>• Reduces complexity</a:t>
            </a:r>
          </a:p>
          <a:p>
            <a:r>
              <a:rPr dirty="0"/>
              <a:t>• Scalable AI solution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1F86-3868-C737-DB0B-8C3479C92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5182961"/>
          </a:xfrm>
        </p:spPr>
        <p:txBody>
          <a:bodyPr>
            <a:normAutofit/>
          </a:bodyPr>
          <a:lstStyle/>
          <a:p>
            <a:pPr algn="ctr"/>
            <a:r>
              <a:rPr lang="en-IN" sz="7200" dirty="0"/>
              <a:t>Thank you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AEF66-294C-0BE6-3023-01E78388405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-3116825" y="5936189"/>
            <a:ext cx="1710812" cy="49410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31370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24</TotalTime>
  <Words>260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Trebuchet MS</vt:lpstr>
      <vt:lpstr>Berlin</vt:lpstr>
      <vt:lpstr>AI Legal Copilot ⚖️</vt:lpstr>
      <vt:lpstr>Problem Statement</vt:lpstr>
      <vt:lpstr>Solution</vt:lpstr>
      <vt:lpstr>What is AI Legal Copilot?</vt:lpstr>
      <vt:lpstr>Unique Features</vt:lpstr>
      <vt:lpstr>System Architecture</vt:lpstr>
      <vt:lpstr>Implementation</vt:lpstr>
      <vt:lpstr>Tech Stack</vt:lpstr>
      <vt:lpstr>Demo Flow</vt:lpstr>
      <vt:lpstr>AI Integration Note</vt:lpstr>
      <vt:lpstr>GitHub &amp; Documentation</vt:lpstr>
      <vt:lpstr>Future Scope</vt:lpstr>
      <vt:lpstr>Conclusion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Kosuri Janith Sai</dc:creator>
  <cp:keywords/>
  <dc:description>generated using python-pptx</dc:description>
  <cp:lastModifiedBy>Kosuri Janith Sai</cp:lastModifiedBy>
  <cp:revision>2</cp:revision>
  <dcterms:created xsi:type="dcterms:W3CDTF">2013-01-27T09:14:16Z</dcterms:created>
  <dcterms:modified xsi:type="dcterms:W3CDTF">2026-04-19T08:25:13Z</dcterms:modified>
  <cp:category/>
</cp:coreProperties>
</file>